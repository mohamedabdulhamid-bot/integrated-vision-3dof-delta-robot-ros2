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16.png" ContentType="image/png"/>
  <Override PartName="/ppt/media/image3.png" ContentType="image/png"/>
  <Override PartName="/ppt/media/image35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28.png" ContentType="image/png"/>
  <Override PartName="/ppt/media/image7.jpeg" ContentType="image/jpeg"/>
  <Override PartName="/ppt/media/image8.jpeg" ContentType="image/jpeg"/>
  <Override PartName="/ppt/media/image6.png" ContentType="image/png"/>
  <Override PartName="/ppt/media/image38.png" ContentType="image/png"/>
  <Override PartName="/ppt/media/image4.png" ContentType="image/png"/>
  <Override PartName="/ppt/media/image36.png" ContentType="image/png"/>
  <Override PartName="/ppt/media/image13.jpeg" ContentType="image/jpe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9.png" ContentType="image/png"/>
  <Override PartName="/ppt/media/image51.png" ContentType="image/png"/>
  <Override PartName="/ppt/media/image39.png" ContentType="image/png"/>
  <Override PartName="/ppt/media/image41.png" ContentType="image/png"/>
  <Override PartName="/ppt/media/image50.png" ContentType="image/png"/>
  <Override PartName="/ppt/media/image11.png" ContentType="image/png"/>
  <Override PartName="/ppt/media/image48.png" ContentType="image/png"/>
  <Override PartName="/ppt/media/image40.png" ContentType="image/png"/>
  <Override PartName="/ppt/media/image12.jpeg" ContentType="image/jpeg"/>
  <Override PartName="/ppt/media/image52.png" ContentType="image/png"/>
  <Override PartName="/ppt/media/image15.png" ContentType="image/png"/>
  <Override PartName="/ppt/media/image53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2.png" ContentType="image/png"/>
  <Override PartName="/ppt/media/image34.png" ContentType="image/png"/>
  <Override PartName="/ppt/media/image10.png" ContentType="image/png"/>
  <Override PartName="/ppt/media/image47.png" ContentType="image/png"/>
  <Override PartName="/ppt/media/image1.png" ContentType="image/png"/>
  <Override PartName="/ppt/media/image3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A5E544-25EB-4E06-BEE3-C83B99576A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87818B-803D-4BCC-BA28-6D1499D972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686F1FD-E4A4-49CE-B34A-F63CF726AA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030AEBF-4ECC-471D-990D-F601BE7ADD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8DF4997-FB43-4A80-BDF0-F0ABBF6698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5AAB744-10CC-45BA-A9D3-B0183071CD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96CD977-7E51-4A7E-8CC8-3EB9F88CF8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FD38456-069C-43EC-99ED-AE9688C466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551DF50-152A-4E76-AF5F-636AB290EF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1C7EFDF-1813-40F0-8FD4-263380380B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33038AE-8FD5-4AA0-9617-39E2DDA82E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E52D3-AA31-4FA2-9888-92053813F3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73461D-8326-4C42-AEA2-81D51A95F9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032695-3A99-43B1-BE50-01410B3564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9CF952-9095-424E-ACE0-95CAF8187B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F900DF-B0D0-4023-AF0F-27169BAC70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180002-09DB-4B92-AD9E-0CDBB7A0AB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5D3219-4B02-4BAA-A4F0-049F8A3E04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687A64-E018-4313-B6FA-864765B51A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F59E40-0ABC-46A2-99B4-789272124B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4FC099-C8AF-4FCF-8A23-D7023B3139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155B82-9FA0-4028-862D-8DA454D118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4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6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3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5.png"/><Relationship Id="rId15" Type="http://schemas.openxmlformats.org/officeDocument/2006/relationships/image" Target="../media/image45.png"/><Relationship Id="rId16" Type="http://schemas.openxmlformats.org/officeDocument/2006/relationships/image" Target="../media/image45.png"/><Relationship Id="rId17" Type="http://schemas.openxmlformats.org/officeDocument/2006/relationships/image" Target="../media/image45.png"/><Relationship Id="rId18" Type="http://schemas.openxmlformats.org/officeDocument/2006/relationships/image" Target="../media/image47.png"/><Relationship Id="rId19" Type="http://schemas.openxmlformats.org/officeDocument/2006/relationships/image" Target="../media/image37.png"/><Relationship Id="rId20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2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69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70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71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72" name="Picture 28" descr=""/>
          <p:cNvPicPr/>
          <p:nvPr/>
        </p:nvPicPr>
        <p:blipFill>
          <a:blip r:embed="rId3"/>
          <a:stretch/>
        </p:blipFill>
        <p:spPr>
          <a:xfrm>
            <a:off x="435240" y="952920"/>
            <a:ext cx="4549320" cy="547956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73" name="Picture 29" descr=""/>
          <p:cNvPicPr/>
          <p:nvPr/>
        </p:nvPicPr>
        <p:blipFill>
          <a:blip r:embed="rId4"/>
          <a:stretch/>
        </p:blipFill>
        <p:spPr>
          <a:xfrm>
            <a:off x="5305320" y="182520"/>
            <a:ext cx="3002760" cy="307044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74" name="Picture 30" descr=""/>
          <p:cNvPicPr/>
          <p:nvPr/>
        </p:nvPicPr>
        <p:blipFill>
          <a:blip r:embed="rId5"/>
          <a:srcRect l="1696" t="0" r="3252" b="0"/>
          <a:stretch/>
        </p:blipFill>
        <p:spPr>
          <a:xfrm>
            <a:off x="8970480" y="182520"/>
            <a:ext cx="3002040" cy="299340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75" name="Picture 31" descr=""/>
          <p:cNvPicPr/>
          <p:nvPr/>
        </p:nvPicPr>
        <p:blipFill>
          <a:blip r:embed="rId6"/>
          <a:stretch/>
        </p:blipFill>
        <p:spPr>
          <a:xfrm>
            <a:off x="6073920" y="3602160"/>
            <a:ext cx="5453280" cy="284076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79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80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81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82" name="Picture 3" descr=""/>
          <p:cNvPicPr/>
          <p:nvPr/>
        </p:nvPicPr>
        <p:blipFill>
          <a:blip r:embed="rId3"/>
          <a:srcRect l="1499" t="185" r="2770" b="0"/>
          <a:stretch/>
        </p:blipFill>
        <p:spPr>
          <a:xfrm>
            <a:off x="276120" y="1092600"/>
            <a:ext cx="5152680" cy="501840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83" name="Picture 4" descr=""/>
          <p:cNvPicPr/>
          <p:nvPr/>
        </p:nvPicPr>
        <p:blipFill>
          <a:blip r:embed="rId4"/>
          <a:srcRect l="2338" t="0" r="7507" b="0"/>
          <a:stretch/>
        </p:blipFill>
        <p:spPr>
          <a:xfrm>
            <a:off x="5972040" y="1122480"/>
            <a:ext cx="6076440" cy="487800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36" dur="indefinite" restart="never" nodeType="tmRoot">
          <p:childTnLst>
            <p:seq>
              <p:cTn id="37" dur="indefinite" nodeType="mainSeq">
                <p:childTnLst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87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88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89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90" name="Picture 29" descr=""/>
          <p:cNvPicPr/>
          <p:nvPr/>
        </p:nvPicPr>
        <p:blipFill>
          <a:blip r:embed="rId3"/>
          <a:stretch/>
        </p:blipFill>
        <p:spPr>
          <a:xfrm>
            <a:off x="7346880" y="1046520"/>
            <a:ext cx="4514760" cy="461700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91" name="Picture 3" descr=""/>
          <p:cNvPicPr/>
          <p:nvPr/>
        </p:nvPicPr>
        <p:blipFill>
          <a:blip r:embed="rId4"/>
          <a:stretch/>
        </p:blipFill>
        <p:spPr>
          <a:xfrm>
            <a:off x="435240" y="1122480"/>
            <a:ext cx="6142320" cy="454104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48" dur="indefinite" restart="never" nodeType="tmRoot">
          <p:childTnLst>
            <p:seq>
              <p:cTn id="49" dur="indefinite" nodeType="mainSeq">
                <p:childTnLst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95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96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97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98" name="Picture 4" descr=""/>
          <p:cNvPicPr/>
          <p:nvPr/>
        </p:nvPicPr>
        <p:blipFill>
          <a:blip r:embed="rId3"/>
          <a:stretch/>
        </p:blipFill>
        <p:spPr>
          <a:xfrm>
            <a:off x="225720" y="887040"/>
            <a:ext cx="6202440" cy="484164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99" name="Picture 11" descr=""/>
          <p:cNvPicPr/>
          <p:nvPr/>
        </p:nvPicPr>
        <p:blipFill>
          <a:blip r:embed="rId4"/>
          <a:srcRect l="1696" t="0" r="3252" b="0"/>
          <a:stretch/>
        </p:blipFill>
        <p:spPr>
          <a:xfrm>
            <a:off x="7370280" y="1181160"/>
            <a:ext cx="4265640" cy="425376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55" dur="indefinite" restart="never" nodeType="tmRoot">
          <p:childTnLst>
            <p:seq>
              <p:cTn id="56" dur="indefinite" nodeType="mainSeq">
                <p:childTnLst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103" name="Group 1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104" name="Flowchart: Connector 1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05" name="Picture 1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06" name="Picture 5" descr=""/>
          <p:cNvPicPr/>
          <p:nvPr/>
        </p:nvPicPr>
        <p:blipFill>
          <a:blip r:embed="rId3"/>
          <a:stretch/>
        </p:blipFill>
        <p:spPr>
          <a:xfrm>
            <a:off x="225720" y="887040"/>
            <a:ext cx="6202440" cy="484164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6788880" y="914400"/>
            <a:ext cx="5098320" cy="489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800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112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13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14" name="Picture 6" descr=""/>
          <p:cNvPicPr/>
          <p:nvPr/>
        </p:nvPicPr>
        <p:blipFill>
          <a:blip r:embed="rId3"/>
          <a:stretch/>
        </p:blipFill>
        <p:spPr>
          <a:xfrm rot="18382200">
            <a:off x="6006600" y="1915560"/>
            <a:ext cx="6241320" cy="297612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  <p:pic>
        <p:nvPicPr>
          <p:cNvPr id="115" name="Picture 2" descr="delta robot - download free 3D model by Ahmed24630 - Cad Crowd"/>
          <p:cNvPicPr/>
          <p:nvPr/>
        </p:nvPicPr>
        <p:blipFill>
          <a:blip r:embed="rId4"/>
          <a:srcRect l="23540" t="8398" r="32863" b="20896"/>
          <a:stretch/>
        </p:blipFill>
        <p:spPr>
          <a:xfrm>
            <a:off x="307800" y="1122480"/>
            <a:ext cx="5008320" cy="5191200"/>
          </a:xfrm>
          <a:prstGeom prst="rect">
            <a:avLst/>
          </a:prstGeom>
          <a:ln w="38100">
            <a:solidFill>
              <a:srgbClr val="000000"/>
            </a:solidFill>
            <a:round/>
          </a:ln>
        </p:spPr>
      </p:pic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62" dur="indefinite" restart="never" nodeType="tmRoot">
          <p:childTnLst>
            <p:seq>
              <p:cTn id="63" dur="indefinite" nodeType="mainSeq">
                <p:childTnLst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6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7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119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120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21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22" name="Picture 3" descr=""/>
          <p:cNvPicPr/>
          <p:nvPr/>
        </p:nvPicPr>
        <p:blipFill>
          <a:blip r:embed="rId3"/>
          <a:stretch/>
        </p:blipFill>
        <p:spPr>
          <a:xfrm>
            <a:off x="1596960" y="169200"/>
            <a:ext cx="8008560" cy="756720"/>
          </a:xfrm>
          <a:prstGeom prst="rect">
            <a:avLst/>
          </a:prstGeom>
          <a:ln w="73025">
            <a:solidFill>
              <a:srgbClr val="000000"/>
            </a:solidFill>
            <a:round/>
          </a:ln>
        </p:spPr>
      </p:pic>
      <p:pic>
        <p:nvPicPr>
          <p:cNvPr id="123" name="Picture 4" descr=""/>
          <p:cNvPicPr/>
          <p:nvPr/>
        </p:nvPicPr>
        <p:blipFill>
          <a:blip r:embed="rId4"/>
          <a:srcRect l="1371" t="4309" r="0" b="4959"/>
          <a:stretch/>
        </p:blipFill>
        <p:spPr>
          <a:xfrm>
            <a:off x="307800" y="3141000"/>
            <a:ext cx="6602760" cy="1490760"/>
          </a:xfrm>
          <a:prstGeom prst="rect">
            <a:avLst/>
          </a:prstGeom>
          <a:ln w="50800">
            <a:solidFill>
              <a:srgbClr val="0070c0"/>
            </a:solidFill>
            <a:round/>
          </a:ln>
        </p:spPr>
      </p:pic>
      <p:pic>
        <p:nvPicPr>
          <p:cNvPr id="124" name="Picture 6" descr=""/>
          <p:cNvPicPr/>
          <p:nvPr/>
        </p:nvPicPr>
        <p:blipFill>
          <a:blip r:embed="rId5"/>
          <a:stretch/>
        </p:blipFill>
        <p:spPr>
          <a:xfrm>
            <a:off x="1043640" y="5013000"/>
            <a:ext cx="9700200" cy="156096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pic>
        <p:nvPicPr>
          <p:cNvPr id="125" name="Picture 7" descr=""/>
          <p:cNvPicPr/>
          <p:nvPr/>
        </p:nvPicPr>
        <p:blipFill>
          <a:blip r:embed="rId6"/>
          <a:srcRect l="6482" t="5389" r="0" b="3511"/>
          <a:stretch/>
        </p:blipFill>
        <p:spPr>
          <a:xfrm>
            <a:off x="9112320" y="2680200"/>
            <a:ext cx="2689920" cy="146628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pic>
        <p:nvPicPr>
          <p:cNvPr id="126" name="Picture 8" descr=""/>
          <p:cNvPicPr/>
          <p:nvPr/>
        </p:nvPicPr>
        <p:blipFill>
          <a:blip r:embed="rId7"/>
          <a:srcRect l="1237" t="16508" r="3125" b="0"/>
          <a:stretch/>
        </p:blipFill>
        <p:spPr>
          <a:xfrm>
            <a:off x="307800" y="1205640"/>
            <a:ext cx="5820840" cy="1554480"/>
          </a:xfrm>
          <a:prstGeom prst="rect">
            <a:avLst/>
          </a:prstGeom>
          <a:ln w="50800">
            <a:solidFill>
              <a:srgbClr val="0070c0"/>
            </a:solidFill>
            <a:round/>
          </a:ln>
        </p:spPr>
      </p:pic>
      <p:sp>
        <p:nvSpPr>
          <p:cNvPr id="127" name="Right Arrow 9"/>
          <p:cNvSpPr/>
          <p:nvPr/>
        </p:nvSpPr>
        <p:spPr>
          <a:xfrm rot="19454400">
            <a:off x="8092080" y="4434480"/>
            <a:ext cx="1057320" cy="221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74" dur="indefinite" restart="never" nodeType="tmRoot">
          <p:childTnLst>
            <p:seq>
              <p:cTn id="75" dur="indefinite" nodeType="mainSeq">
                <p:childTnLst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0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5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6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8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0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2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131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132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33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34" name="Picture 7" descr=""/>
          <p:cNvPicPr/>
          <p:nvPr/>
        </p:nvPicPr>
        <p:blipFill>
          <a:blip r:embed="rId3"/>
          <a:stretch/>
        </p:blipFill>
        <p:spPr>
          <a:xfrm>
            <a:off x="1374120" y="129240"/>
            <a:ext cx="9700200" cy="156096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sp>
        <p:nvSpPr>
          <p:cNvPr id="135" name="Right Arrow 8"/>
          <p:cNvSpPr/>
          <p:nvPr/>
        </p:nvSpPr>
        <p:spPr>
          <a:xfrm rot="5400000">
            <a:off x="5918040" y="1904760"/>
            <a:ext cx="402120" cy="232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6" name="Picture 3" descr=""/>
          <p:cNvPicPr/>
          <p:nvPr/>
        </p:nvPicPr>
        <p:blipFill>
          <a:blip r:embed="rId4"/>
          <a:stretch/>
        </p:blipFill>
        <p:spPr>
          <a:xfrm>
            <a:off x="2813040" y="2314800"/>
            <a:ext cx="6633360" cy="669240"/>
          </a:xfrm>
          <a:prstGeom prst="rect">
            <a:avLst/>
          </a:prstGeom>
          <a:ln w="50800">
            <a:solidFill>
              <a:srgbClr val="0070c0"/>
            </a:solidFill>
            <a:round/>
          </a:ln>
        </p:spPr>
      </p:pic>
      <p:pic>
        <p:nvPicPr>
          <p:cNvPr id="137" name="Picture 4" descr=""/>
          <p:cNvPicPr/>
          <p:nvPr/>
        </p:nvPicPr>
        <p:blipFill>
          <a:blip r:embed="rId5"/>
          <a:stretch/>
        </p:blipFill>
        <p:spPr>
          <a:xfrm>
            <a:off x="235800" y="3208320"/>
            <a:ext cx="3185280" cy="1086120"/>
          </a:xfrm>
          <a:prstGeom prst="rect">
            <a:avLst/>
          </a:prstGeom>
          <a:ln w="50800">
            <a:solidFill>
              <a:srgbClr val="ffff00"/>
            </a:solidFill>
            <a:round/>
          </a:ln>
        </p:spPr>
      </p:pic>
      <p:pic>
        <p:nvPicPr>
          <p:cNvPr id="138" name="Picture 6" descr=""/>
          <p:cNvPicPr/>
          <p:nvPr/>
        </p:nvPicPr>
        <p:blipFill>
          <a:blip r:embed="rId6"/>
          <a:stretch/>
        </p:blipFill>
        <p:spPr>
          <a:xfrm>
            <a:off x="4044240" y="3206160"/>
            <a:ext cx="3854880" cy="1087560"/>
          </a:xfrm>
          <a:prstGeom prst="rect">
            <a:avLst/>
          </a:prstGeom>
          <a:ln w="50800">
            <a:solidFill>
              <a:srgbClr val="ffff00"/>
            </a:solidFill>
            <a:round/>
          </a:ln>
        </p:spPr>
      </p:pic>
      <p:pic>
        <p:nvPicPr>
          <p:cNvPr id="139" name="Picture 9" descr=""/>
          <p:cNvPicPr/>
          <p:nvPr/>
        </p:nvPicPr>
        <p:blipFill>
          <a:blip r:embed="rId7"/>
          <a:stretch/>
        </p:blipFill>
        <p:spPr>
          <a:xfrm>
            <a:off x="8182800" y="3241080"/>
            <a:ext cx="3913560" cy="1016640"/>
          </a:xfrm>
          <a:prstGeom prst="rect">
            <a:avLst/>
          </a:prstGeom>
          <a:ln w="50800">
            <a:solidFill>
              <a:srgbClr val="ffff00"/>
            </a:solidFill>
            <a:round/>
          </a:ln>
        </p:spPr>
      </p:pic>
      <p:pic>
        <p:nvPicPr>
          <p:cNvPr id="140" name="Picture 11" descr=""/>
          <p:cNvPicPr/>
          <p:nvPr/>
        </p:nvPicPr>
        <p:blipFill>
          <a:blip r:embed="rId8"/>
          <a:stretch/>
        </p:blipFill>
        <p:spPr>
          <a:xfrm>
            <a:off x="79920" y="4639680"/>
            <a:ext cx="4696560" cy="35424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pic>
        <p:nvPicPr>
          <p:cNvPr id="141" name="Picture 12" descr=""/>
          <p:cNvPicPr/>
          <p:nvPr/>
        </p:nvPicPr>
        <p:blipFill>
          <a:blip r:embed="rId9"/>
          <a:srcRect l="0" t="0" r="84166" b="0"/>
          <a:stretch/>
        </p:blipFill>
        <p:spPr>
          <a:xfrm>
            <a:off x="5671440" y="4488840"/>
            <a:ext cx="1070280" cy="729000"/>
          </a:xfrm>
          <a:prstGeom prst="rect">
            <a:avLst/>
          </a:prstGeom>
          <a:ln w="50800">
            <a:solidFill>
              <a:srgbClr val="ed7d31">
                <a:lumMod val="50000"/>
              </a:srgbClr>
            </a:solidFill>
            <a:round/>
          </a:ln>
        </p:spPr>
      </p:pic>
      <p:sp>
        <p:nvSpPr>
          <p:cNvPr id="142" name="Right Arrow 15"/>
          <p:cNvSpPr/>
          <p:nvPr/>
        </p:nvSpPr>
        <p:spPr>
          <a:xfrm>
            <a:off x="4974480" y="4719240"/>
            <a:ext cx="631800" cy="25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3" name="Picture 16" descr=""/>
          <p:cNvPicPr/>
          <p:nvPr/>
        </p:nvPicPr>
        <p:blipFill>
          <a:blip r:embed="rId10"/>
          <a:srcRect l="41009" t="-3494" r="40241" b="-745"/>
          <a:stretch/>
        </p:blipFill>
        <p:spPr>
          <a:xfrm>
            <a:off x="7547040" y="4467960"/>
            <a:ext cx="1203480" cy="743400"/>
          </a:xfrm>
          <a:prstGeom prst="rect">
            <a:avLst/>
          </a:prstGeom>
          <a:ln w="50800">
            <a:solidFill>
              <a:srgbClr val="ed7d31">
                <a:lumMod val="50000"/>
              </a:srgbClr>
            </a:solidFill>
            <a:round/>
          </a:ln>
        </p:spPr>
      </p:pic>
      <p:pic>
        <p:nvPicPr>
          <p:cNvPr id="144" name="Picture 17" descr=""/>
          <p:cNvPicPr/>
          <p:nvPr/>
        </p:nvPicPr>
        <p:blipFill>
          <a:blip r:embed="rId11"/>
          <a:srcRect l="80987" t="-859" r="-426" b="1775"/>
          <a:stretch/>
        </p:blipFill>
        <p:spPr>
          <a:xfrm>
            <a:off x="9641160" y="4439880"/>
            <a:ext cx="1247760" cy="754200"/>
          </a:xfrm>
          <a:prstGeom prst="rect">
            <a:avLst/>
          </a:prstGeom>
          <a:ln w="50800">
            <a:solidFill>
              <a:srgbClr val="ed7d31">
                <a:lumMod val="50000"/>
              </a:srgbClr>
            </a:solidFill>
            <a:round/>
          </a:ln>
        </p:spPr>
      </p:pic>
      <p:sp>
        <p:nvSpPr>
          <p:cNvPr id="145" name="Right Arrow 18"/>
          <p:cNvSpPr/>
          <p:nvPr/>
        </p:nvSpPr>
        <p:spPr>
          <a:xfrm>
            <a:off x="6850800" y="4705560"/>
            <a:ext cx="631800" cy="25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ight Arrow 19"/>
          <p:cNvSpPr/>
          <p:nvPr/>
        </p:nvSpPr>
        <p:spPr>
          <a:xfrm>
            <a:off x="8871120" y="4689360"/>
            <a:ext cx="631800" cy="25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7" name="Picture 13" descr=""/>
          <p:cNvPicPr/>
          <p:nvPr/>
        </p:nvPicPr>
        <p:blipFill>
          <a:blip r:embed="rId12"/>
          <a:srcRect l="6386" t="9882" r="274" b="4599"/>
          <a:stretch/>
        </p:blipFill>
        <p:spPr>
          <a:xfrm>
            <a:off x="145800" y="5407920"/>
            <a:ext cx="3194640" cy="97596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48" name="Picture 14" descr=""/>
          <p:cNvPicPr/>
          <p:nvPr/>
        </p:nvPicPr>
        <p:blipFill>
          <a:blip r:embed="rId13"/>
          <a:stretch/>
        </p:blipFill>
        <p:spPr>
          <a:xfrm>
            <a:off x="3831480" y="5380560"/>
            <a:ext cx="2990880" cy="45612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49" name="Picture 21" descr=""/>
          <p:cNvPicPr/>
          <p:nvPr/>
        </p:nvPicPr>
        <p:blipFill>
          <a:blip r:embed="rId14"/>
          <a:stretch/>
        </p:blipFill>
        <p:spPr>
          <a:xfrm>
            <a:off x="3783600" y="6031800"/>
            <a:ext cx="3038400" cy="55620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50" name="Picture 22" descr=""/>
          <p:cNvPicPr/>
          <p:nvPr/>
        </p:nvPicPr>
        <p:blipFill>
          <a:blip r:embed="rId15"/>
          <a:srcRect l="2581" t="0" r="4250" b="0"/>
          <a:stretch/>
        </p:blipFill>
        <p:spPr>
          <a:xfrm>
            <a:off x="7521120" y="5400720"/>
            <a:ext cx="2335320" cy="118728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51" name="Picture 23" descr=""/>
          <p:cNvPicPr/>
          <p:nvPr/>
        </p:nvPicPr>
        <p:blipFill>
          <a:blip r:embed="rId16"/>
          <a:stretch/>
        </p:blipFill>
        <p:spPr>
          <a:xfrm>
            <a:off x="10306080" y="5469120"/>
            <a:ext cx="1790280" cy="87804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sp>
        <p:nvSpPr>
          <p:cNvPr id="152" name="Left-Up Arrow 25"/>
          <p:cNvSpPr/>
          <p:nvPr/>
        </p:nvSpPr>
        <p:spPr>
          <a:xfrm rot="8784600">
            <a:off x="3348360" y="5594400"/>
            <a:ext cx="597240" cy="657360"/>
          </a:xfrm>
          <a:prstGeom prst="leftUpArrow">
            <a:avLst>
              <a:gd name="adj1" fmla="val 12635"/>
              <a:gd name="adj2" fmla="val 25000"/>
              <a:gd name="adj3" fmla="val 36771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0240" bIns="302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Down Arrow 26"/>
          <p:cNvSpPr/>
          <p:nvPr/>
        </p:nvSpPr>
        <p:spPr>
          <a:xfrm rot="16200000">
            <a:off x="7024320" y="5701320"/>
            <a:ext cx="318240" cy="570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Down Arrow 28"/>
          <p:cNvSpPr/>
          <p:nvPr/>
        </p:nvSpPr>
        <p:spPr>
          <a:xfrm rot="16200000">
            <a:off x="9948600" y="5745600"/>
            <a:ext cx="325080" cy="3254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ounded Rectangle 24"/>
          <p:cNvSpPr/>
          <p:nvPr/>
        </p:nvSpPr>
        <p:spPr>
          <a:xfrm>
            <a:off x="435240" y="2178720"/>
            <a:ext cx="1828080" cy="4705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27"/>
          <p:cNvSpPr/>
          <p:nvPr/>
        </p:nvSpPr>
        <p:spPr>
          <a:xfrm flipH="1">
            <a:off x="399960" y="2126160"/>
            <a:ext cx="2096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IK_Equation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121" dur="indefinite" restart="never" nodeType="tmRoot">
          <p:childTnLst>
            <p:seq>
              <p:cTn id="122" dur="indefinite" nodeType="mainSeq">
                <p:childTnLst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4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5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5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160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165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170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9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19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0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0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1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1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2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2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3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4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4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5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5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160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161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62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63" name="Picture 3" descr=""/>
          <p:cNvPicPr/>
          <p:nvPr/>
        </p:nvPicPr>
        <p:blipFill>
          <a:blip r:embed="rId3"/>
          <a:stretch/>
        </p:blipFill>
        <p:spPr>
          <a:xfrm>
            <a:off x="908640" y="134640"/>
            <a:ext cx="4246920" cy="617760"/>
          </a:xfrm>
          <a:prstGeom prst="rect">
            <a:avLst/>
          </a:prstGeom>
          <a:ln w="73025">
            <a:solidFill>
              <a:srgbClr val="000000"/>
            </a:solidFill>
            <a:round/>
          </a:ln>
        </p:spPr>
      </p:pic>
      <p:pic>
        <p:nvPicPr>
          <p:cNvPr id="164" name="Picture 4" descr=""/>
          <p:cNvPicPr/>
          <p:nvPr/>
        </p:nvPicPr>
        <p:blipFill>
          <a:blip r:embed="rId4"/>
          <a:stretch/>
        </p:blipFill>
        <p:spPr>
          <a:xfrm>
            <a:off x="846720" y="2896920"/>
            <a:ext cx="10444680" cy="130428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65" name="Picture 9" descr=""/>
          <p:cNvPicPr/>
          <p:nvPr/>
        </p:nvPicPr>
        <p:blipFill>
          <a:blip r:embed="rId5"/>
          <a:stretch/>
        </p:blipFill>
        <p:spPr>
          <a:xfrm>
            <a:off x="889560" y="887400"/>
            <a:ext cx="9700200" cy="156096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pic>
        <p:nvPicPr>
          <p:cNvPr id="166" name="Picture 6" descr=""/>
          <p:cNvPicPr/>
          <p:nvPr/>
        </p:nvPicPr>
        <p:blipFill>
          <a:blip r:embed="rId6"/>
          <a:srcRect l="0" t="14450" r="0" b="0"/>
          <a:stretch/>
        </p:blipFill>
        <p:spPr>
          <a:xfrm>
            <a:off x="889560" y="5067000"/>
            <a:ext cx="10576800" cy="138564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67" name="Picture 7" descr=""/>
          <p:cNvPicPr/>
          <p:nvPr/>
        </p:nvPicPr>
        <p:blipFill>
          <a:blip r:embed="rId7"/>
          <a:stretch/>
        </p:blipFill>
        <p:spPr>
          <a:xfrm>
            <a:off x="74880" y="4335840"/>
            <a:ext cx="1628640" cy="53316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sp>
        <p:nvSpPr>
          <p:cNvPr id="168" name="Down Arrow 13"/>
          <p:cNvSpPr/>
          <p:nvPr/>
        </p:nvSpPr>
        <p:spPr>
          <a:xfrm>
            <a:off x="5580360" y="4335840"/>
            <a:ext cx="318240" cy="570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Down Arrow 14"/>
          <p:cNvSpPr/>
          <p:nvPr/>
        </p:nvSpPr>
        <p:spPr>
          <a:xfrm>
            <a:off x="5579280" y="2297520"/>
            <a:ext cx="318240" cy="570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6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7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8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9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0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1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2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3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4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6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8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8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8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29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2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99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0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1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3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4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5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6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7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8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9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0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1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1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2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173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174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75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76" name="Picture 7" descr=""/>
          <p:cNvPicPr/>
          <p:nvPr/>
        </p:nvPicPr>
        <p:blipFill>
          <a:blip r:embed="rId3"/>
          <a:srcRect l="0" t="14450" r="0" b="0"/>
          <a:stretch/>
        </p:blipFill>
        <p:spPr>
          <a:xfrm>
            <a:off x="1021680" y="174960"/>
            <a:ext cx="10576800" cy="138564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77" name="Picture 3" descr=""/>
          <p:cNvPicPr/>
          <p:nvPr/>
        </p:nvPicPr>
        <p:blipFill>
          <a:blip r:embed="rId4"/>
          <a:stretch/>
        </p:blipFill>
        <p:spPr>
          <a:xfrm>
            <a:off x="133560" y="2001960"/>
            <a:ext cx="4124520" cy="41868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pic>
        <p:nvPicPr>
          <p:cNvPr id="178" name="Picture 4" descr=""/>
          <p:cNvPicPr/>
          <p:nvPr/>
        </p:nvPicPr>
        <p:blipFill>
          <a:blip r:embed="rId5"/>
          <a:stretch/>
        </p:blipFill>
        <p:spPr>
          <a:xfrm>
            <a:off x="5255640" y="1797120"/>
            <a:ext cx="2629080" cy="82836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pic>
        <p:nvPicPr>
          <p:cNvPr id="179" name="Picture 6" descr=""/>
          <p:cNvPicPr/>
          <p:nvPr/>
        </p:nvPicPr>
        <p:blipFill>
          <a:blip r:embed="rId6"/>
          <a:stretch/>
        </p:blipFill>
        <p:spPr>
          <a:xfrm>
            <a:off x="133560" y="2793600"/>
            <a:ext cx="11621880" cy="197172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pic>
        <p:nvPicPr>
          <p:cNvPr id="180" name="Picture 8" descr=""/>
          <p:cNvPicPr/>
          <p:nvPr/>
        </p:nvPicPr>
        <p:blipFill>
          <a:blip r:embed="rId7"/>
          <a:stretch/>
        </p:blipFill>
        <p:spPr>
          <a:xfrm>
            <a:off x="363240" y="5638680"/>
            <a:ext cx="1218960" cy="418680"/>
          </a:xfrm>
          <a:prstGeom prst="rect">
            <a:avLst/>
          </a:prstGeom>
          <a:ln w="57150">
            <a:solidFill>
              <a:srgbClr val="ff0000"/>
            </a:solidFill>
            <a:round/>
          </a:ln>
        </p:spPr>
      </p:pic>
      <p:pic>
        <p:nvPicPr>
          <p:cNvPr id="181" name="Picture 9" descr=""/>
          <p:cNvPicPr/>
          <p:nvPr/>
        </p:nvPicPr>
        <p:blipFill>
          <a:blip r:embed="rId8"/>
          <a:stretch/>
        </p:blipFill>
        <p:spPr>
          <a:xfrm>
            <a:off x="2445840" y="5033160"/>
            <a:ext cx="5521320" cy="171252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sp>
        <p:nvSpPr>
          <p:cNvPr id="182" name="Down Arrow 13"/>
          <p:cNvSpPr/>
          <p:nvPr/>
        </p:nvSpPr>
        <p:spPr>
          <a:xfrm rot="16200000">
            <a:off x="1872000" y="5527080"/>
            <a:ext cx="318240" cy="570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Down Arrow 14"/>
          <p:cNvSpPr/>
          <p:nvPr/>
        </p:nvSpPr>
        <p:spPr>
          <a:xfrm rot="16200000">
            <a:off x="4601520" y="1938240"/>
            <a:ext cx="318240" cy="570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322" dur="indefinite" restart="never" nodeType="tmRoot">
          <p:childTnLst>
            <p:seq>
              <p:cTn id="323" dur="indefinite" nodeType="mainSeq">
                <p:childTnLst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2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4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5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6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7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8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9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0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1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2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3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4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5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6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5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5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6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67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8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9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0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1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2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3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4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5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6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7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8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9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8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38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187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188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189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90" name="Picture 3" descr=""/>
          <p:cNvPicPr/>
          <p:nvPr/>
        </p:nvPicPr>
        <p:blipFill>
          <a:blip r:embed="rId3"/>
          <a:stretch/>
        </p:blipFill>
        <p:spPr>
          <a:xfrm>
            <a:off x="218160" y="1521000"/>
            <a:ext cx="5134320" cy="39960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pic>
        <p:nvPicPr>
          <p:cNvPr id="191" name="Picture 4" descr=""/>
          <p:cNvPicPr/>
          <p:nvPr/>
        </p:nvPicPr>
        <p:blipFill>
          <a:blip r:embed="rId4"/>
          <a:srcRect l="23999" t="0" r="9097" b="58459"/>
          <a:stretch/>
        </p:blipFill>
        <p:spPr>
          <a:xfrm>
            <a:off x="1196640" y="111960"/>
            <a:ext cx="7858080" cy="349200"/>
          </a:xfrm>
          <a:prstGeom prst="rect">
            <a:avLst/>
          </a:prstGeom>
          <a:ln w="73025">
            <a:solidFill>
              <a:srgbClr val="000000"/>
            </a:solidFill>
            <a:round/>
          </a:ln>
        </p:spPr>
      </p:pic>
      <p:pic>
        <p:nvPicPr>
          <p:cNvPr id="192" name="Picture 9" descr=""/>
          <p:cNvPicPr/>
          <p:nvPr/>
        </p:nvPicPr>
        <p:blipFill>
          <a:blip r:embed="rId5"/>
          <a:srcRect l="-46" t="46904" r="28397" b="-4212"/>
          <a:stretch/>
        </p:blipFill>
        <p:spPr>
          <a:xfrm>
            <a:off x="1137960" y="609840"/>
            <a:ext cx="8364960" cy="481680"/>
          </a:xfrm>
          <a:prstGeom prst="rect">
            <a:avLst/>
          </a:prstGeom>
          <a:ln w="50800">
            <a:solidFill>
              <a:srgbClr val="00b050"/>
            </a:solidFill>
            <a:round/>
          </a:ln>
        </p:spPr>
      </p:pic>
      <p:pic>
        <p:nvPicPr>
          <p:cNvPr id="193" name="Picture 6" descr=""/>
          <p:cNvPicPr/>
          <p:nvPr/>
        </p:nvPicPr>
        <p:blipFill>
          <a:blip r:embed="rId6"/>
          <a:stretch/>
        </p:blipFill>
        <p:spPr>
          <a:xfrm>
            <a:off x="6173640" y="1172880"/>
            <a:ext cx="3200400" cy="116172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pic>
        <p:nvPicPr>
          <p:cNvPr id="194" name="Picture 7" descr=""/>
          <p:cNvPicPr/>
          <p:nvPr/>
        </p:nvPicPr>
        <p:blipFill>
          <a:blip r:embed="rId7"/>
          <a:srcRect l="11214" t="5369" r="6556" b="9321"/>
          <a:stretch/>
        </p:blipFill>
        <p:spPr>
          <a:xfrm>
            <a:off x="10272600" y="1516320"/>
            <a:ext cx="1918800" cy="714960"/>
          </a:xfrm>
          <a:prstGeom prst="rect">
            <a:avLst/>
          </a:prstGeom>
          <a:ln w="50800">
            <a:solidFill>
              <a:srgbClr val="0070c0"/>
            </a:solidFill>
            <a:round/>
          </a:ln>
        </p:spPr>
      </p:pic>
      <p:pic>
        <p:nvPicPr>
          <p:cNvPr id="195" name="Picture 8" descr=""/>
          <p:cNvPicPr/>
          <p:nvPr/>
        </p:nvPicPr>
        <p:blipFill>
          <a:blip r:embed="rId8"/>
          <a:srcRect l="14611" t="12863" r="3027" b="57236"/>
          <a:stretch/>
        </p:blipFill>
        <p:spPr>
          <a:xfrm>
            <a:off x="10362240" y="772200"/>
            <a:ext cx="1576440" cy="380880"/>
          </a:xfrm>
          <a:prstGeom prst="rect">
            <a:avLst/>
          </a:prstGeom>
          <a:ln w="50800">
            <a:solidFill>
              <a:srgbClr val="0070c0"/>
            </a:solidFill>
            <a:round/>
          </a:ln>
        </p:spPr>
      </p:pic>
      <p:pic>
        <p:nvPicPr>
          <p:cNvPr id="196" name="Picture 11" descr=""/>
          <p:cNvPicPr/>
          <p:nvPr/>
        </p:nvPicPr>
        <p:blipFill>
          <a:blip r:embed="rId9"/>
          <a:srcRect l="4901" t="0" r="0" b="0"/>
          <a:stretch/>
        </p:blipFill>
        <p:spPr>
          <a:xfrm>
            <a:off x="4388040" y="3175200"/>
            <a:ext cx="4239720" cy="102852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97" name="Picture 15" descr=""/>
          <p:cNvPicPr/>
          <p:nvPr/>
        </p:nvPicPr>
        <p:blipFill>
          <a:blip r:embed="rId10"/>
          <a:srcRect l="12185" t="53202" r="14065" b="9365"/>
          <a:stretch/>
        </p:blipFill>
        <p:spPr>
          <a:xfrm>
            <a:off x="10302840" y="2496960"/>
            <a:ext cx="1411920" cy="477720"/>
          </a:xfrm>
          <a:prstGeom prst="rect">
            <a:avLst/>
          </a:prstGeom>
          <a:ln w="50800">
            <a:solidFill>
              <a:srgbClr val="0070c0"/>
            </a:solidFill>
            <a:round/>
          </a:ln>
        </p:spPr>
      </p:pic>
      <p:pic>
        <p:nvPicPr>
          <p:cNvPr id="198" name="Picture 13" descr=""/>
          <p:cNvPicPr/>
          <p:nvPr/>
        </p:nvPicPr>
        <p:blipFill>
          <a:blip r:embed="rId11"/>
          <a:srcRect l="43254" t="0" r="43169" b="0"/>
          <a:stretch/>
        </p:blipFill>
        <p:spPr>
          <a:xfrm>
            <a:off x="208440" y="3241800"/>
            <a:ext cx="1276200" cy="64728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199" name="Picture 14" descr=""/>
          <p:cNvPicPr/>
          <p:nvPr/>
        </p:nvPicPr>
        <p:blipFill>
          <a:blip r:embed="rId12"/>
          <a:stretch/>
        </p:blipFill>
        <p:spPr>
          <a:xfrm>
            <a:off x="4388040" y="4802040"/>
            <a:ext cx="7506360" cy="95220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200" name="Picture 16" descr=""/>
          <p:cNvPicPr/>
          <p:nvPr/>
        </p:nvPicPr>
        <p:blipFill>
          <a:blip r:embed="rId13"/>
          <a:srcRect l="4243" t="0" r="64081" b="0"/>
          <a:stretch/>
        </p:blipFill>
        <p:spPr>
          <a:xfrm>
            <a:off x="1919880" y="3760200"/>
            <a:ext cx="1547640" cy="72360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201" name="Picture 19" descr=""/>
          <p:cNvPicPr/>
          <p:nvPr/>
        </p:nvPicPr>
        <p:blipFill>
          <a:blip r:embed="rId14"/>
          <a:srcRect l="64821" t="-2779" r="21598" b="2779"/>
          <a:stretch/>
        </p:blipFill>
        <p:spPr>
          <a:xfrm>
            <a:off x="208440" y="3889800"/>
            <a:ext cx="1276200" cy="64728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202" name="Picture 21" descr=""/>
          <p:cNvPicPr/>
          <p:nvPr/>
        </p:nvPicPr>
        <p:blipFill>
          <a:blip r:embed="rId15"/>
          <a:srcRect l="85432" t="4169" r="992" b="-4169"/>
          <a:stretch/>
        </p:blipFill>
        <p:spPr>
          <a:xfrm>
            <a:off x="208440" y="4544640"/>
            <a:ext cx="1276200" cy="64728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203" name="Picture 22" descr=""/>
          <p:cNvPicPr/>
          <p:nvPr/>
        </p:nvPicPr>
        <p:blipFill>
          <a:blip r:embed="rId16"/>
          <a:srcRect l="1849" t="7004" r="84574" b="-7004"/>
          <a:stretch/>
        </p:blipFill>
        <p:spPr>
          <a:xfrm>
            <a:off x="208440" y="5154480"/>
            <a:ext cx="1276200" cy="64728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204" name="Picture 23" descr=""/>
          <p:cNvPicPr/>
          <p:nvPr/>
        </p:nvPicPr>
        <p:blipFill>
          <a:blip r:embed="rId17"/>
          <a:srcRect l="22647" t="-5614" r="63772" b="5614"/>
          <a:stretch/>
        </p:blipFill>
        <p:spPr>
          <a:xfrm>
            <a:off x="208440" y="5676120"/>
            <a:ext cx="1276200" cy="64728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pic>
        <p:nvPicPr>
          <p:cNvPr id="205" name="Picture 24" descr=""/>
          <p:cNvPicPr/>
          <p:nvPr/>
        </p:nvPicPr>
        <p:blipFill>
          <a:blip r:embed="rId18"/>
          <a:srcRect l="69820" t="-2486" r="648" b="2486"/>
          <a:stretch/>
        </p:blipFill>
        <p:spPr>
          <a:xfrm>
            <a:off x="1919880" y="4826520"/>
            <a:ext cx="1495080" cy="723600"/>
          </a:xfrm>
          <a:prstGeom prst="rect">
            <a:avLst/>
          </a:prstGeom>
          <a:ln w="50800">
            <a:solidFill>
              <a:srgbClr val="ffc000">
                <a:lumMod val="60000"/>
                <a:lumOff val="40000"/>
              </a:srgbClr>
            </a:solidFill>
            <a:round/>
          </a:ln>
        </p:spPr>
      </p:pic>
      <p:sp>
        <p:nvSpPr>
          <p:cNvPr id="206" name="Down Arrow 25"/>
          <p:cNvSpPr/>
          <p:nvPr/>
        </p:nvSpPr>
        <p:spPr>
          <a:xfrm rot="16200000">
            <a:off x="5617080" y="1458360"/>
            <a:ext cx="318240" cy="570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Minus 17"/>
          <p:cNvSpPr/>
          <p:nvPr/>
        </p:nvSpPr>
        <p:spPr>
          <a:xfrm flipH="1" rot="16200000">
            <a:off x="8312760" y="1673640"/>
            <a:ext cx="2960280" cy="384840"/>
          </a:xfrm>
          <a:prstGeom prst="mathMinus">
            <a:avLst>
              <a:gd name="adj1" fmla="val 2352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Down Arrow 26"/>
          <p:cNvSpPr/>
          <p:nvPr/>
        </p:nvSpPr>
        <p:spPr>
          <a:xfrm rot="16200000">
            <a:off x="9938160" y="761760"/>
            <a:ext cx="271440" cy="4496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Down Arrow 27"/>
          <p:cNvSpPr/>
          <p:nvPr/>
        </p:nvSpPr>
        <p:spPr>
          <a:xfrm rot="16200000">
            <a:off x="9925560" y="1631880"/>
            <a:ext cx="271440" cy="4496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Down Arrow 28"/>
          <p:cNvSpPr/>
          <p:nvPr/>
        </p:nvSpPr>
        <p:spPr>
          <a:xfrm rot="16200000">
            <a:off x="9932040" y="2511360"/>
            <a:ext cx="271440" cy="4496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1" name="Picture 30" descr=""/>
          <p:cNvPicPr/>
          <p:nvPr/>
        </p:nvPicPr>
        <p:blipFill>
          <a:blip r:embed="rId19"/>
          <a:stretch/>
        </p:blipFill>
        <p:spPr>
          <a:xfrm>
            <a:off x="218160" y="2549880"/>
            <a:ext cx="1218960" cy="41868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sp>
        <p:nvSpPr>
          <p:cNvPr id="212" name="Minus 31"/>
          <p:cNvSpPr/>
          <p:nvPr/>
        </p:nvSpPr>
        <p:spPr>
          <a:xfrm flipH="1">
            <a:off x="250200" y="2417400"/>
            <a:ext cx="10695960" cy="451800"/>
          </a:xfrm>
          <a:prstGeom prst="mathMinus">
            <a:avLst>
              <a:gd name="adj1" fmla="val 23520"/>
            </a:avLst>
          </a:prstGeom>
          <a:solidFill>
            <a:schemeClr val="bg1"/>
          </a:solidFill>
          <a:ln w="38100">
            <a:solidFill>
              <a:srgbClr val="70ad47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Minus 34"/>
          <p:cNvSpPr/>
          <p:nvPr/>
        </p:nvSpPr>
        <p:spPr>
          <a:xfrm flipH="1" rot="16200000">
            <a:off x="1731600" y="4551480"/>
            <a:ext cx="4158000" cy="453960"/>
          </a:xfrm>
          <a:prstGeom prst="mathMinus">
            <a:avLst>
              <a:gd name="adj1" fmla="val 23520"/>
            </a:avLst>
          </a:prstGeom>
          <a:solidFill>
            <a:schemeClr val="bg1"/>
          </a:solidFill>
          <a:ln w="38100">
            <a:solidFill>
              <a:srgbClr val="70ad47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14" name="Group 37"/>
          <p:cNvGrpSpPr/>
          <p:nvPr/>
        </p:nvGrpSpPr>
        <p:grpSpPr>
          <a:xfrm>
            <a:off x="10003320" y="50040"/>
            <a:ext cx="1857600" cy="821160"/>
            <a:chOff x="10003320" y="50040"/>
            <a:chExt cx="1857600" cy="821160"/>
          </a:xfrm>
        </p:grpSpPr>
        <p:sp>
          <p:nvSpPr>
            <p:cNvPr id="215" name="Rounded Rectangle 35"/>
            <p:cNvSpPr/>
            <p:nvPr/>
          </p:nvSpPr>
          <p:spPr>
            <a:xfrm>
              <a:off x="10005120" y="76680"/>
              <a:ext cx="1855800" cy="42372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libri"/>
                </a:rPr>
                <a:t>FK-Equations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TextBox 38"/>
            <p:cNvSpPr/>
            <p:nvPr/>
          </p:nvSpPr>
          <p:spPr>
            <a:xfrm>
              <a:off x="10003320" y="50040"/>
              <a:ext cx="1857600" cy="821160"/>
            </a:xfrm>
            <a:prstGeom prst="rect">
              <a:avLst/>
            </a:prstGeom>
            <a:noFill/>
            <a:ln w="0"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dk1"/>
                  </a:solidFill>
                  <a:latin typeface="Calibri"/>
                </a:rPr>
                <a:t>FK-Equations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390" dur="indefinite" restart="never" nodeType="tmRoot">
          <p:childTnLst>
            <p:seq>
              <p:cTn id="391" dur="indefinite" nodeType="mainSeq">
                <p:childTnLst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97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8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9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0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2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3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4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5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6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7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8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9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1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19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2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2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3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39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4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4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5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5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indefinite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5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6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2" fill="hold">
                      <p:stCondLst>
                        <p:cond delay="indefinite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nodeType="clickEffect" fill="hold" presetClass="entr" presetID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7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8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9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0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1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 tm="0">
                                          <p:val>
                                            <p:flt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2" dur="26" fill="hold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3" dur="166" fill="hold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4" dur="26" fill="hold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5" dur="166" fill="hold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6" dur="26" fill="hold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7" dur="166" fill="hold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8" dur="26" fill="hold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9" dur="166" fill="hold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8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8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9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3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9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49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9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0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0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5" nodeType="with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0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indefinite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1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2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9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20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221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22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23" name="Picture 3" descr=""/>
          <p:cNvPicPr/>
          <p:nvPr/>
        </p:nvPicPr>
        <p:blipFill>
          <a:blip r:embed="rId3"/>
          <a:stretch/>
        </p:blipFill>
        <p:spPr>
          <a:xfrm>
            <a:off x="159480" y="997560"/>
            <a:ext cx="6164640" cy="478728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  <p:pic>
        <p:nvPicPr>
          <p:cNvPr id="224" name="Picture 4" descr=""/>
          <p:cNvPicPr/>
          <p:nvPr/>
        </p:nvPicPr>
        <p:blipFill>
          <a:blip r:embed="rId4"/>
          <a:srcRect l="0" t="1722" r="0" b="0"/>
          <a:stretch/>
        </p:blipFill>
        <p:spPr>
          <a:xfrm>
            <a:off x="6645240" y="986760"/>
            <a:ext cx="5455800" cy="4798080"/>
          </a:xfrm>
          <a:prstGeom prst="rect">
            <a:avLst/>
          </a:prstGeom>
          <a:ln w="50800">
            <a:solidFill>
              <a:srgbClr val="ff0000"/>
            </a:solidFill>
            <a:round/>
          </a:ln>
        </p:spPr>
      </p:pic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523" dur="indefinite" restart="never" nodeType="tmRoot">
          <p:childTnLst>
            <p:seq>
              <p:cTn id="524" dur="indefinite" nodeType="mainSeq">
                <p:childTnLst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2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>
                      <p:stCondLst>
                        <p:cond delay="indefinite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3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7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28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229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30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31" name="Picture 4" descr=""/>
          <p:cNvPicPr/>
          <p:nvPr/>
        </p:nvPicPr>
        <p:blipFill>
          <a:blip r:embed="rId3"/>
          <a:stretch/>
        </p:blipFill>
        <p:spPr>
          <a:xfrm>
            <a:off x="2270880" y="152640"/>
            <a:ext cx="6814080" cy="6442920"/>
          </a:xfrm>
          <a:prstGeom prst="rect">
            <a:avLst/>
          </a:prstGeom>
          <a:ln w="0">
            <a:noFill/>
          </a:ln>
        </p:spPr>
      </p:pic>
      <p:grpSp>
        <p:nvGrpSpPr>
          <p:cNvPr id="232" name="Group 14"/>
          <p:cNvGrpSpPr/>
          <p:nvPr/>
        </p:nvGrpSpPr>
        <p:grpSpPr>
          <a:xfrm>
            <a:off x="7236720" y="2788200"/>
            <a:ext cx="2424600" cy="914400"/>
            <a:chOff x="7236720" y="2788200"/>
            <a:chExt cx="2424600" cy="914400"/>
          </a:xfrm>
        </p:grpSpPr>
        <p:sp>
          <p:nvSpPr>
            <p:cNvPr id="233" name="Rounded Rectangle 15"/>
            <p:cNvSpPr/>
            <p:nvPr/>
          </p:nvSpPr>
          <p:spPr>
            <a:xfrm>
              <a:off x="7236720" y="2788200"/>
              <a:ext cx="2424600" cy="5511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libri"/>
                </a:rPr>
                <a:t>FK-Equations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TextBox 16"/>
            <p:cNvSpPr/>
            <p:nvPr/>
          </p:nvSpPr>
          <p:spPr>
            <a:xfrm>
              <a:off x="7256520" y="2881440"/>
              <a:ext cx="240480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ar-EG" sz="2400" spc="-1" strike="noStrike">
                  <a:solidFill>
                    <a:schemeClr val="dk1"/>
                  </a:solidFill>
                  <a:latin typeface="Calibri"/>
                </a:rPr>
                <a:t>مالك خفت ليه كده ؟؟</a:t>
              </a:r>
              <a:r>
                <a:rPr b="0" lang="en-US" sz="2400" spc="-1" strike="noStrike">
                  <a:solidFill>
                    <a:schemeClr val="dk1"/>
                  </a:solidFill>
                  <a:latin typeface="Calibri"/>
                </a:rPr>
                <a:t> 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800"/>
    </mc:Choice>
    <mc:Fallback>
      <p:transition spd="med"/>
    </mc:Fallback>
  </mc:AlternateContent>
  <p:timing>
    <p:tnLst>
      <p:par>
        <p:cTn id="535" dur="indefinite" restart="never" nodeType="tmRoot">
          <p:childTnLst>
            <p:seq>
              <p:cTn id="536" dur="indefinite" nodeType="mainSeq">
                <p:childTnLst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4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7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38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239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40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41" name="Picture 4" descr=""/>
          <p:cNvPicPr/>
          <p:nvPr/>
        </p:nvPicPr>
        <p:blipFill>
          <a:blip r:embed="rId3"/>
          <a:stretch/>
        </p:blipFill>
        <p:spPr>
          <a:xfrm>
            <a:off x="2270880" y="152640"/>
            <a:ext cx="6814080" cy="6442920"/>
          </a:xfrm>
          <a:prstGeom prst="rect">
            <a:avLst/>
          </a:prstGeom>
          <a:ln w="0">
            <a:noFill/>
          </a:ln>
        </p:spPr>
      </p:pic>
      <p:grpSp>
        <p:nvGrpSpPr>
          <p:cNvPr id="242" name="Group 14"/>
          <p:cNvGrpSpPr/>
          <p:nvPr/>
        </p:nvGrpSpPr>
        <p:grpSpPr>
          <a:xfrm>
            <a:off x="7291800" y="2001960"/>
            <a:ext cx="2887560" cy="914400"/>
            <a:chOff x="7291800" y="2001960"/>
            <a:chExt cx="2887560" cy="914400"/>
          </a:xfrm>
        </p:grpSpPr>
        <p:sp>
          <p:nvSpPr>
            <p:cNvPr id="243" name="Rounded Rectangle 15"/>
            <p:cNvSpPr/>
            <p:nvPr/>
          </p:nvSpPr>
          <p:spPr>
            <a:xfrm>
              <a:off x="7291800" y="2001960"/>
              <a:ext cx="2887200" cy="5511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libri"/>
                </a:rPr>
                <a:t>FK-Equations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" name="TextBox 16"/>
            <p:cNvSpPr/>
            <p:nvPr/>
          </p:nvSpPr>
          <p:spPr>
            <a:xfrm>
              <a:off x="7315560" y="2095200"/>
              <a:ext cx="286380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ar-EG" sz="2400" spc="-1" strike="noStrike">
                  <a:solidFill>
                    <a:schemeClr val="dk1"/>
                  </a:solidFill>
                  <a:latin typeface="Calibri"/>
                </a:rPr>
                <a:t>المهم ايه رايك في شنبي؟؟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p14:dur="10"/>
    </mc:Choice>
    <mc:Fallback>
      <p:transition/>
    </mc:Fallback>
  </mc:AlternateContent>
  <p:timing>
    <p:tnLst>
      <p:par>
        <p:cTn id="542" dur="indefinite" restart="never" nodeType="tmRoot">
          <p:childTnLst>
            <p:seq>
              <p:cTn id="543" dur="indefinite" nodeType="mainSeq">
                <p:childTnLst>
                  <p:par>
                    <p:cTn id="544" fill="hold">
                      <p:stCondLst>
                        <p:cond delay="indefinite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nodeType="clickEffect" fill="hold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randombar(horizontal)" transition="in">
                                      <p:cBhvr additive="repl">
                                        <p:cTn id="54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7" name="Rectangle 5"/>
          <p:cNvSpPr/>
          <p:nvPr/>
        </p:nvSpPr>
        <p:spPr>
          <a:xfrm>
            <a:off x="0" y="-8820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48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249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50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51" name="Picture 4" descr=""/>
          <p:cNvPicPr/>
          <p:nvPr/>
        </p:nvPicPr>
        <p:blipFill>
          <a:blip r:embed="rId3"/>
          <a:stretch/>
        </p:blipFill>
        <p:spPr>
          <a:xfrm>
            <a:off x="2270880" y="152640"/>
            <a:ext cx="6814080" cy="6442920"/>
          </a:xfrm>
          <a:prstGeom prst="rect">
            <a:avLst/>
          </a:prstGeom>
          <a:ln w="0">
            <a:noFill/>
          </a:ln>
        </p:spPr>
      </p:pic>
      <p:grpSp>
        <p:nvGrpSpPr>
          <p:cNvPr id="252" name="Group 14"/>
          <p:cNvGrpSpPr/>
          <p:nvPr/>
        </p:nvGrpSpPr>
        <p:grpSpPr>
          <a:xfrm>
            <a:off x="7620120" y="2784600"/>
            <a:ext cx="4429080" cy="1289520"/>
            <a:chOff x="7620120" y="2784600"/>
            <a:chExt cx="4429080" cy="1289520"/>
          </a:xfrm>
        </p:grpSpPr>
        <p:sp>
          <p:nvSpPr>
            <p:cNvPr id="253" name="Rounded Rectangle 15"/>
            <p:cNvSpPr/>
            <p:nvPr/>
          </p:nvSpPr>
          <p:spPr>
            <a:xfrm>
              <a:off x="7620120" y="2784600"/>
              <a:ext cx="4410000" cy="9291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libri"/>
                </a:rPr>
                <a:t>FK-Equations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" name="TextBox 16"/>
            <p:cNvSpPr/>
            <p:nvPr/>
          </p:nvSpPr>
          <p:spPr>
            <a:xfrm>
              <a:off x="7675200" y="2887200"/>
              <a:ext cx="437400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ar-EG" sz="2400" spc="-1" strike="noStrike">
                  <a:solidFill>
                    <a:schemeClr val="dk1"/>
                  </a:solidFill>
                  <a:latin typeface="Calibri"/>
                </a:rPr>
                <a:t>طيب ي ددعان حد عايز يسال علي حاده؟؟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ar-EG" sz="2400" spc="-1" strike="noStrike">
                  <a:solidFill>
                    <a:schemeClr val="dk1"/>
                  </a:solidFill>
                  <a:latin typeface="Calibri"/>
                </a:rPr>
                <a:t>هبص بعيد عشان ماحدش يخاف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58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259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60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61" name="Picture 4" descr=""/>
          <p:cNvPicPr/>
          <p:nvPr/>
        </p:nvPicPr>
        <p:blipFill>
          <a:blip r:embed="rId3"/>
          <a:stretch/>
        </p:blipFill>
        <p:spPr>
          <a:xfrm>
            <a:off x="2270880" y="152640"/>
            <a:ext cx="6814080" cy="6442920"/>
          </a:xfrm>
          <a:prstGeom prst="rect">
            <a:avLst/>
          </a:prstGeom>
          <a:ln w="0">
            <a:noFill/>
          </a:ln>
        </p:spPr>
      </p:pic>
      <p:grpSp>
        <p:nvGrpSpPr>
          <p:cNvPr id="262" name="Group 17"/>
          <p:cNvGrpSpPr/>
          <p:nvPr/>
        </p:nvGrpSpPr>
        <p:grpSpPr>
          <a:xfrm>
            <a:off x="1374120" y="915480"/>
            <a:ext cx="3308760" cy="888840"/>
            <a:chOff x="1374120" y="915480"/>
            <a:chExt cx="3308760" cy="888840"/>
          </a:xfrm>
        </p:grpSpPr>
        <p:sp>
          <p:nvSpPr>
            <p:cNvPr id="263" name="Rounded Rectangle 18"/>
            <p:cNvSpPr/>
            <p:nvPr/>
          </p:nvSpPr>
          <p:spPr>
            <a:xfrm>
              <a:off x="1374120" y="915480"/>
              <a:ext cx="3294720" cy="59184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libri"/>
                </a:rPr>
                <a:t>FK-Equations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4" name="TextBox 19"/>
            <p:cNvSpPr/>
            <p:nvPr/>
          </p:nvSpPr>
          <p:spPr>
            <a:xfrm>
              <a:off x="1414800" y="983160"/>
              <a:ext cx="326808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ar-EG" sz="2400" spc="-1" strike="noStrike">
                  <a:solidFill>
                    <a:schemeClr val="dk1"/>
                  </a:solidFill>
                  <a:latin typeface="Calibri"/>
                </a:rPr>
                <a:t>طيب حد فاهم حاده ي رداله؟؟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939393">
                  <a:alpha val="0"/>
                </a:srgbClr>
              </a:gs>
              <a:gs pos="97000">
                <a:srgbClr val="737373"/>
              </a:gs>
            </a:gsLst>
            <a:lin ang="0"/>
          </a:gradFill>
          <a:ln>
            <a:solidFill>
              <a:srgbClr val="43729d"/>
            </a:solidFill>
          </a:ln>
          <a:effectLst>
            <a:glow rad="127080">
              <a:srgbClr val="808080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pSp>
        <p:nvGrpSpPr>
          <p:cNvPr id="268" name="Group 20"/>
          <p:cNvGrpSpPr/>
          <p:nvPr/>
        </p:nvGrpSpPr>
        <p:grpSpPr>
          <a:xfrm>
            <a:off x="-19080" y="83520"/>
            <a:ext cx="907920" cy="784440"/>
            <a:chOff x="-19080" y="83520"/>
            <a:chExt cx="907920" cy="784440"/>
          </a:xfrm>
        </p:grpSpPr>
        <p:sp>
          <p:nvSpPr>
            <p:cNvPr id="269" name="Flowchart: Connector 10"/>
            <p:cNvSpPr/>
            <p:nvPr/>
          </p:nvSpPr>
          <p:spPr>
            <a:xfrm>
              <a:off x="23760" y="83520"/>
              <a:ext cx="822600" cy="739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ffectLst>
              <a:outerShdw algn="l" blurRad="152280" dist="38160" rotWithShape="0" sx="102000" sy="10200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pic>
          <p:nvPicPr>
            <p:cNvPr id="270" name="Picture 8" descr="Delta X - Affordable and Efficient Delta Robot Series"/>
            <p:cNvPicPr/>
            <p:nvPr/>
          </p:nvPicPr>
          <p:blipFill>
            <a:blip r:embed="rId2"/>
            <a:stretch/>
          </p:blipFill>
          <p:spPr>
            <a:xfrm rot="21402000">
              <a:off x="0" y="153720"/>
              <a:ext cx="869760" cy="68940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271" name="Picture 4" descr=""/>
          <p:cNvPicPr/>
          <p:nvPr/>
        </p:nvPicPr>
        <p:blipFill>
          <a:blip r:embed="rId3"/>
          <a:stretch/>
        </p:blipFill>
        <p:spPr>
          <a:xfrm>
            <a:off x="2270880" y="152640"/>
            <a:ext cx="6814080" cy="6442920"/>
          </a:xfrm>
          <a:prstGeom prst="rect">
            <a:avLst/>
          </a:prstGeom>
          <a:ln w="0">
            <a:noFill/>
          </a:ln>
        </p:spPr>
      </p:pic>
      <p:pic>
        <p:nvPicPr>
          <p:cNvPr id="272" name="Picture 3" descr=""/>
          <p:cNvPicPr/>
          <p:nvPr/>
        </p:nvPicPr>
        <p:blipFill>
          <a:blip r:embed="rId4"/>
          <a:stretch/>
        </p:blipFill>
        <p:spPr>
          <a:xfrm>
            <a:off x="2270880" y="127440"/>
            <a:ext cx="6867000" cy="6492960"/>
          </a:xfrm>
          <a:prstGeom prst="rect">
            <a:avLst/>
          </a:prstGeom>
          <a:ln w="0">
            <a:noFill/>
          </a:ln>
        </p:spPr>
      </p:pic>
      <p:grpSp>
        <p:nvGrpSpPr>
          <p:cNvPr id="273" name="Group 9"/>
          <p:cNvGrpSpPr/>
          <p:nvPr/>
        </p:nvGrpSpPr>
        <p:grpSpPr>
          <a:xfrm>
            <a:off x="7073640" y="2718000"/>
            <a:ext cx="6827400" cy="477720"/>
            <a:chOff x="7073640" y="2718000"/>
            <a:chExt cx="6827400" cy="477720"/>
          </a:xfrm>
        </p:grpSpPr>
        <p:sp>
          <p:nvSpPr>
            <p:cNvPr id="274" name="Rounded Rectangle 11"/>
            <p:cNvSpPr/>
            <p:nvPr/>
          </p:nvSpPr>
          <p:spPr>
            <a:xfrm>
              <a:off x="7073640" y="2718000"/>
              <a:ext cx="4128840" cy="45864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Calibri"/>
                </a:rPr>
                <a:t>FK-Equations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5" name="TextBox 12"/>
            <p:cNvSpPr/>
            <p:nvPr/>
          </p:nvSpPr>
          <p:spPr>
            <a:xfrm>
              <a:off x="7293960" y="2740320"/>
              <a:ext cx="66070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ar-EG" sz="2400" spc="-1" strike="noStrike">
                  <a:solidFill>
                    <a:schemeClr val="dk1"/>
                  </a:solidFill>
                  <a:latin typeface="Calibri"/>
                </a:rPr>
                <a:t>ما حدش يسقف ي رداله عشان بتكسف</a:t>
              </a:r>
              <a:r>
                <a:rPr b="0" lang="en-US" sz="2400" spc="-1" strike="noStrike">
                  <a:solidFill>
                    <a:schemeClr val="dk1"/>
                  </a:solidFill>
                  <a:latin typeface="Calibri"/>
                </a:rPr>
                <a:t> 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1638</TotalTime>
  <Application>LibreOffice/24.2.7.2$Linux_X86_64 LibreOffice_project/420$Build-2</Application>
  <AppVersion>15.0000</AppVersion>
  <Words>47</Words>
  <Paragraphs>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2026-05-23T08:41:57Z</dcterms:created>
  <dc:creator>Mohamed</dc:creator>
  <dc:description/>
  <dc:language>en-US</dc:language>
  <cp:lastModifiedBy/>
  <dcterms:modified xsi:type="dcterms:W3CDTF">2026-06-20T01:44:21Z</dcterms:modified>
  <cp:revision>49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16</vt:i4>
  </property>
</Properties>
</file>